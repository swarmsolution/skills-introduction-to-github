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4304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430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LIBRARY  ·  ORIGINAL ARTWORK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Icon Library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434340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across 9 categories — every icon is a native PowerPoint shape (recolor, resize, restyle freely), grouped and captioned with searchable keywords.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  ·   Life Sciences   ·   Manufacturing &amp; Industrial   ·   Technology &amp; Telecom   ·   Energy &amp; Utilities   ·   Professional Services   ·   Artificial Intelligence   ·   Data &amp; Analytics   ·   Digital Transformation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9029" y="2944482"/>
            <a:ext cx="145344" cy="299237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Shape 4"/>
          <p:cNvSpPr/>
          <p:nvPr/>
        </p:nvSpPr>
        <p:spPr>
          <a:xfrm>
            <a:off x="1691320" y="2752115"/>
            <a:ext cx="145344" cy="49160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7" name="Shape 5"/>
          <p:cNvSpPr/>
          <p:nvPr/>
        </p:nvSpPr>
        <p:spPr>
          <a:xfrm>
            <a:off x="1913611" y="2559748"/>
            <a:ext cx="145344" cy="683971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· Growth · Investment · Analytics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0800000">
            <a:off x="4331284" y="2495626"/>
            <a:ext cx="641223" cy="769468"/>
          </a:xfrm>
          <a:prstGeom prst="pentagon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Security · Trust · Compliance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84989" y="2709367"/>
            <a:ext cx="470230" cy="47023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24379" y="2581123"/>
            <a:ext cx="470230" cy="47023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· Funding · Currency · Wealth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21595" y="3200972"/>
            <a:ext cx="812216" cy="68397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0221" y="2474252"/>
            <a:ext cx="854964" cy="320612"/>
          </a:xfrm>
          <a:prstGeom prst="triangl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5565" y="2816238"/>
            <a:ext cx="51298" cy="38473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02054" y="2816238"/>
            <a:ext cx="51298" cy="38473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58544" y="2816238"/>
            <a:ext cx="51298" cy="38473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Institution · Financial Services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Sciences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91947" y="2313432"/>
            <a:ext cx="1133856" cy="113385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3836" y="2630912"/>
            <a:ext cx="530078" cy="498897"/>
          </a:xfrm>
          <a:prstGeom prst="hear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· Wellness · Patient Care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86736" y="2313432"/>
            <a:ext cx="1133856" cy="113385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04215" y="2630912"/>
            <a:ext cx="498897" cy="498897"/>
          </a:xfrm>
          <a:prstGeom prst="plus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2443429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34869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· Clinical · Hospital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81525" y="2313432"/>
            <a:ext cx="1133856" cy="113385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99005" y="2615321"/>
            <a:ext cx="249448" cy="436535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9005" y="3051856"/>
            <a:ext cx="498897" cy="914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48453" y="2615321"/>
            <a:ext cx="249448" cy="436535"/>
          </a:xfrm>
          <a:prstGeom prst="line">
            <a:avLst/>
          </a:prstGeom>
          <a:noFill/>
          <a:ln w="19050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98563" y="2565431"/>
            <a:ext cx="99779" cy="99779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7" name="Shape 15"/>
          <p:cNvSpPr/>
          <p:nvPr/>
        </p:nvSpPr>
        <p:spPr>
          <a:xfrm>
            <a:off x="4849115" y="3001966"/>
            <a:ext cx="99779" cy="99779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Shape 16"/>
          <p:cNvSpPr/>
          <p:nvPr/>
        </p:nvSpPr>
        <p:spPr>
          <a:xfrm>
            <a:off x="5348012" y="3001966"/>
            <a:ext cx="99779" cy="99779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9" name="Text 17"/>
          <p:cNvSpPr/>
          <p:nvPr/>
        </p:nvSpPr>
        <p:spPr>
          <a:xfrm>
            <a:off x="4338218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Science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29658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 · Research · Biotech · Molecule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76314" y="2313432"/>
            <a:ext cx="1133856" cy="113385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87337" y="2584140"/>
            <a:ext cx="311810" cy="592440"/>
          </a:xfrm>
          <a:prstGeom prst="roundRect">
            <a:avLst>
              <a:gd name="adj" fmla="val 43988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87337" y="2880360"/>
            <a:ext cx="311810" cy="914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3008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24448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Pharmaceutical · Therapeutics · Drug Development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371103" y="2313432"/>
            <a:ext cx="1133856" cy="113385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00835" y="2571668"/>
            <a:ext cx="56126" cy="5612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8" name="Shape 26"/>
          <p:cNvSpPr/>
          <p:nvPr/>
        </p:nvSpPr>
        <p:spPr>
          <a:xfrm>
            <a:off x="8828898" y="2599731"/>
            <a:ext cx="218267" cy="140315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19102" y="2711982"/>
            <a:ext cx="56126" cy="5612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8828898" y="2740045"/>
            <a:ext cx="218267" cy="140315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00835" y="2852297"/>
            <a:ext cx="56126" cy="5612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2" name="Shape 30"/>
          <p:cNvSpPr/>
          <p:nvPr/>
        </p:nvSpPr>
        <p:spPr>
          <a:xfrm>
            <a:off x="8828898" y="2880360"/>
            <a:ext cx="218267" cy="140315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19102" y="2992612"/>
            <a:ext cx="56126" cy="5612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4" name="Shape 32"/>
          <p:cNvSpPr/>
          <p:nvPr/>
        </p:nvSpPr>
        <p:spPr>
          <a:xfrm flipV="1">
            <a:off x="8828898" y="3020675"/>
            <a:ext cx="218267" cy="140315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00835" y="3132926"/>
            <a:ext cx="56126" cy="5612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6" name="Text 34"/>
          <p:cNvSpPr/>
          <p:nvPr/>
        </p:nvSpPr>
        <p:spPr>
          <a:xfrm>
            <a:off x="8127797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Genomics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19237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 · DNA · Biotech · Precision Medicine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0265893" y="2313432"/>
            <a:ext cx="1133856" cy="1133856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661325" y="2849179"/>
            <a:ext cx="342991" cy="311810"/>
          </a:xfrm>
          <a:prstGeom prst="triangl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776695" y="2584140"/>
            <a:ext cx="112252" cy="109134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22586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114026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· Laboratory · Formulation · Discovery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&amp; Industrial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9258" y="2495626"/>
            <a:ext cx="769468" cy="769468"/>
          </a:xfrm>
          <a:prstGeom prst="gear9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Operations · Machinery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67162" y="2794864"/>
            <a:ext cx="769468" cy="384734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45788" y="2474252"/>
            <a:ext cx="812216" cy="320612"/>
          </a:xfrm>
          <a:prstGeom prst="triangl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4263" y="2388756"/>
            <a:ext cx="76947" cy="235115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· Facility · Production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55066" y="2752115"/>
            <a:ext cx="641223" cy="299237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96289" y="2858986"/>
            <a:ext cx="213741" cy="192367"/>
          </a:xfrm>
          <a:prstGeom prst="rec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32012" y="3021429"/>
            <a:ext cx="188092" cy="1880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95372" y="3021429"/>
            <a:ext cx="188092" cy="18809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· Supply Chain · Distribution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64344" y="2517000"/>
            <a:ext cx="726719" cy="726719"/>
          </a:xfrm>
          <a:prstGeom prst="cub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· Inventory · Product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Telecom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57884" y="2602497"/>
            <a:ext cx="812216" cy="555727"/>
          </a:xfrm>
          <a:prstGeom prst="cloud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Infrastructure · SaaS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00598" y="3064177"/>
            <a:ext cx="102596" cy="10259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Shape 8"/>
          <p:cNvSpPr/>
          <p:nvPr/>
        </p:nvSpPr>
        <p:spPr>
          <a:xfrm>
            <a:off x="4438155" y="2901734"/>
            <a:ext cx="427482" cy="427482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88536" y="2752115"/>
            <a:ext cx="726719" cy="726719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917" y="2602497"/>
            <a:ext cx="1025957" cy="1025957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Connectivity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· Network · Telecom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76440" y="2517000"/>
            <a:ext cx="726719" cy="726719"/>
          </a:xfrm>
          <a:prstGeom prst="roundRect">
            <a:avLst>
              <a:gd name="adj" fmla="val 10066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4684" y="2687993"/>
            <a:ext cx="470230" cy="4274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8" name="Shape 16"/>
          <p:cNvSpPr/>
          <p:nvPr/>
        </p:nvSpPr>
        <p:spPr>
          <a:xfrm>
            <a:off x="7304684" y="2858986"/>
            <a:ext cx="470230" cy="4274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19" name="Shape 17"/>
          <p:cNvSpPr/>
          <p:nvPr/>
        </p:nvSpPr>
        <p:spPr>
          <a:xfrm>
            <a:off x="7304684" y="3029979"/>
            <a:ext cx="470230" cy="4274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0" name="Text 18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IT · Digital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71214" y="2474252"/>
            <a:ext cx="512978" cy="512978"/>
          </a:xfrm>
          <a:prstGeom prst="ellips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99459" y="2965856"/>
            <a:ext cx="256489" cy="149619"/>
          </a:xfrm>
          <a:prstGeom prst="rect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· Technology · R&amp;D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00632" y="2517000"/>
            <a:ext cx="726719" cy="726719"/>
          </a:xfrm>
          <a:prstGeom prst="sun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Renewable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· Solar · Energy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6781" y="2474252"/>
            <a:ext cx="470230" cy="812216"/>
          </a:xfrm>
          <a:prstGeom prst="lightningBolt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· Utilities · Electricity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7219188" y="2517000"/>
            <a:ext cx="470230" cy="641223"/>
          </a:xfrm>
          <a:prstGeom prst="teardrop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3500000">
            <a:off x="7390181" y="2602497"/>
            <a:ext cx="470230" cy="641223"/>
          </a:xfrm>
          <a:prstGeom prst="teardrop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Sustainability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· Environment · ESG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07092" y="2666619"/>
            <a:ext cx="641223" cy="427482"/>
          </a:xfrm>
          <a:prstGeom prst="roundRect">
            <a:avLst>
              <a:gd name="adj" fmla="val 25668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8315" y="2803413"/>
            <a:ext cx="51298" cy="153894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20" name="Text 18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Storage · Battery · Grid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9258" y="2495626"/>
            <a:ext cx="769468" cy="769468"/>
          </a:xfrm>
          <a:prstGeom prst="ellips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0251" y="2666619"/>
            <a:ext cx="427482" cy="427482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04144" y="2820513"/>
            <a:ext cx="119695" cy="119695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Focus · Goals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88536" y="2730741"/>
            <a:ext cx="726719" cy="448856"/>
          </a:xfrm>
          <a:prstGeom prst="roundRect">
            <a:avLst>
              <a:gd name="adj" fmla="val 20372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903" y="2474252"/>
            <a:ext cx="341986" cy="341986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Advisory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· Consulting · Professional Services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76440" y="2517000"/>
            <a:ext cx="726719" cy="726719"/>
          </a:xfrm>
          <a:prstGeom prst="pie">
            <a:avLst>
              <a:gd name="adj1" fmla="val 16200000"/>
              <a:gd name="adj2" fmla="val 5400000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· Analytics · 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42970" y="2632420"/>
            <a:ext cx="495879" cy="495879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316558" y="2632420"/>
            <a:ext cx="495879" cy="495879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· Collaboration · Alliance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Artificial Intelligence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4755" y="2559749"/>
            <a:ext cx="598475" cy="320611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09182" y="2504176"/>
            <a:ext cx="111145" cy="111145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" name="Shape 5"/>
          <p:cNvSpPr/>
          <p:nvPr/>
        </p:nvSpPr>
        <p:spPr>
          <a:xfrm>
            <a:off x="1464755" y="2880360"/>
            <a:ext cx="598475" cy="914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9182" y="2824787"/>
            <a:ext cx="111145" cy="111145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464755" y="2880360"/>
            <a:ext cx="598475" cy="320611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09182" y="3145399"/>
            <a:ext cx="111145" cy="111145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Shape 9"/>
          <p:cNvSpPr/>
          <p:nvPr/>
        </p:nvSpPr>
        <p:spPr>
          <a:xfrm>
            <a:off x="1986283" y="2803413"/>
            <a:ext cx="153894" cy="15389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Machine Learning · Neural Network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88536" y="2517000"/>
            <a:ext cx="726719" cy="726719"/>
          </a:xfrm>
          <a:prstGeom prst="gear6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· AI · Intelligent Process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55066" y="2559749"/>
            <a:ext cx="769468" cy="555727"/>
          </a:xfrm>
          <a:prstGeom prst="wedgeRoundRectCallout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Assistant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· Copilot · Chatbot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21595" y="2666619"/>
            <a:ext cx="812216" cy="427482"/>
          </a:xfrm>
          <a:prstGeom prst="ellipse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33657" y="2786314"/>
            <a:ext cx="188092" cy="18809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25" name="Text 23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· Insight · Recognition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Analytics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04907" y="3008605"/>
            <a:ext cx="128245" cy="235115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6" name="Shape 4"/>
          <p:cNvSpPr/>
          <p:nvPr/>
        </p:nvSpPr>
        <p:spPr>
          <a:xfrm>
            <a:off x="1601549" y="2837612"/>
            <a:ext cx="128245" cy="406108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7" name="Shape 5"/>
          <p:cNvSpPr/>
          <p:nvPr/>
        </p:nvSpPr>
        <p:spPr>
          <a:xfrm>
            <a:off x="1798190" y="2944482"/>
            <a:ext cx="128245" cy="299237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8" name="Shape 6"/>
          <p:cNvSpPr/>
          <p:nvPr/>
        </p:nvSpPr>
        <p:spPr>
          <a:xfrm>
            <a:off x="1994832" y="2687993"/>
            <a:ext cx="128245" cy="555727"/>
          </a:xfrm>
          <a:prstGeom prst="rect">
            <a:avLst/>
          </a:prstGeom>
          <a:solidFill>
            <a:srgbClr val="C89B3C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469029" y="2794864"/>
            <a:ext cx="196642" cy="170993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65671" y="2794864"/>
            <a:ext cx="196642" cy="106871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862313" y="2645245"/>
            <a:ext cx="196642" cy="256489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Analytics · Trends · Reporting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2658" y="2495626"/>
            <a:ext cx="598475" cy="769468"/>
          </a:xfrm>
          <a:prstGeom prst="can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· Storage · Records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3692" y="2559749"/>
            <a:ext cx="812216" cy="641223"/>
          </a:xfrm>
          <a:prstGeom prst="roundRect">
            <a:avLst>
              <a:gd name="adj" fmla="val 11408"/>
            </a:avLst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83310" y="2730741"/>
            <a:ext cx="341986" cy="341986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C89B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KPI · Visualization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64344" y="2576848"/>
            <a:ext cx="726719" cy="136794"/>
          </a:xfrm>
          <a:prstGeom prst="roundRect">
            <a:avLst>
              <a:gd name="adj" fmla="val 200535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64344" y="2811963"/>
            <a:ext cx="726719" cy="136794"/>
          </a:xfrm>
          <a:prstGeom prst="roundRect">
            <a:avLst>
              <a:gd name="adj" fmla="val 200535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64344" y="3047078"/>
            <a:ext cx="726719" cy="136794"/>
          </a:xfrm>
          <a:prstGeom prst="roundRect">
            <a:avLst>
              <a:gd name="adj" fmla="val 200535"/>
            </a:avLst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 · Layers · Records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Transformation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400632" y="2517000"/>
            <a:ext cx="363360" cy="577101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00632" y="3094101"/>
            <a:ext cx="726719" cy="914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63992" y="2517000"/>
            <a:ext cx="363360" cy="577101"/>
          </a:xfrm>
          <a:prstGeom prst="line">
            <a:avLst/>
          </a:prstGeom>
          <a:noFill/>
          <a:ln w="15875">
            <a:solidFill>
              <a:srgbClr val="C89B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87045" y="2440054"/>
            <a:ext cx="153894" cy="15389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3685" y="3017154"/>
            <a:ext cx="153894" cy="15389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0405" y="3017154"/>
            <a:ext cx="153894" cy="153894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Ecosystem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· Connectivity · IoT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88536" y="2517000"/>
            <a:ext cx="726719" cy="726719"/>
          </a:xfrm>
          <a:prstGeom prst="circularArrow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Transformation · Change · Modernization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55066" y="2645245"/>
            <a:ext cx="769468" cy="470230"/>
          </a:xfrm>
          <a:prstGeom prst="cloud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71402" y="2816238"/>
            <a:ext cx="136794" cy="277863"/>
          </a:xfrm>
          <a:prstGeom prst="upArrow">
            <a:avLst/>
          </a:prstGeom>
          <a:solidFill>
            <a:srgbClr val="C89B3C"/>
          </a:solidFill>
          <a:ln/>
        </p:spPr>
      </p:sp>
      <p:sp>
        <p:nvSpPr>
          <p:cNvPr id="20" name="Text 18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Migration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Migration · Infrastructure · Scale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C89B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42970" y="2517000"/>
            <a:ext cx="769468" cy="726719"/>
          </a:xfrm>
          <a:prstGeom prst="hexagon">
            <a:avLst/>
          </a:prstGeom>
          <a:ln w="22225">
            <a:solidFill>
              <a:srgbClr val="C89B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· Integration · Unified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Icon Library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Icon Library — Light</dc:title>
  <dc:subject>PptxGenJS Presentation</dc:subject>
  <dc:creator>Business Development</dc:creator>
  <cp:lastModifiedBy>Business Development</cp:lastModifiedBy>
  <cp:revision>1</cp:revision>
  <dcterms:created xsi:type="dcterms:W3CDTF">2026-07-27T14:46:43Z</dcterms:created>
  <dcterms:modified xsi:type="dcterms:W3CDTF">2026-07-27T14:46:43Z</dcterms:modified>
</cp:coreProperties>
</file>