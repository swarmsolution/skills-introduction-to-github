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33F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6233F"/>
                </a:solidFill>
                <a:latin typeface="Cambria"/>
              </a:rPr>
              <a:t>Illustrative Metric by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Metric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670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670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NAME  ·  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[Engagement / Presentation Title]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concise one-line description of the engagement or presentation purpose]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[Prepared for Client Name]      [Month Year]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Standards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style guide for this deck — colors, type, and icon usage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6233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/ 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#16233F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4F6079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/ Secondary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#4F6079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C89B3C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Gold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#C89B3C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667085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#667085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82880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— Cambria Bold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36–44pt slide titles · 20–24pt section headers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81812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Captions — Calibri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14–16pt body text · 10–12pt captions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005840" cy="100584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615" y="4825975"/>
            <a:ext cx="497891" cy="497891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257" y="4936617"/>
            <a:ext cx="276606" cy="27660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2835" y="5036195"/>
            <a:ext cx="77450" cy="7745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46177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usage — line-style icons housed in an accent-outlined circle. Every icon is a native, fully editable PowerPoint shape (recolor, resize, restyle) — never a raster image. Full library on the appendix pages.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0.6in minimum  ·  Grid gaps: 0.3–0.5in  ·  Logo placeholder: top-left on dividers, footer on content slides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7393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6916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12064" cy="51206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51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4688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12064" cy="51206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2841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Approach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12064" cy="51206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0565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023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Timeline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12064" cy="51206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Next Steps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24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framing of what this section covers and why it matters]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784" y="1755648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situation in one to two sentences — what prompted this engagement or presentation.]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" y="2670048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recommended approach or thesis in one to two sentences.]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" y="3584448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expected impact or outcome in one to two sentences.]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801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78040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efficiency gain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288036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990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3538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406908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41788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7804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Focus Areas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21792" y="1737360"/>
            <a:ext cx="768096" cy="76809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736" y="1931304"/>
            <a:ext cx="380208" cy="380208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227" y="2015795"/>
            <a:ext cx="211226" cy="21122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268" y="2091836"/>
            <a:ext cx="59143" cy="59143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7190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on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06654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2788920"/>
            <a:ext cx="768096" cy="76809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736" y="2982864"/>
            <a:ext cx="380208" cy="380208"/>
          </a:xfrm>
          <a:prstGeom prst="gear9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7706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11810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" y="3840480"/>
            <a:ext cx="768096" cy="76809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175" y="4087231"/>
            <a:ext cx="401330" cy="274594"/>
          </a:xfrm>
          <a:prstGeom prst="cloud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8221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Modernize Technology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16966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" y="4892040"/>
            <a:ext cx="768096" cy="76809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094" y="5307772"/>
            <a:ext cx="71817" cy="14785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932" y="5212720"/>
            <a:ext cx="71817" cy="24291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769" y="5117668"/>
            <a:ext cx="71817" cy="33796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48737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 Growth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22122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vs. Future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F4F5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" y="2500884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one]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3252" y="3159252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358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two]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" y="3817620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94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three]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60020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F4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13932" y="2500884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one]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13932" y="3159252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0358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two]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13932" y="3817620"/>
            <a:ext cx="82296" cy="82296"/>
          </a:xfrm>
          <a:prstGeom prst="ellipse">
            <a:avLst/>
          </a:prstGeom>
          <a:solidFill>
            <a:srgbClr val="4F607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94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three]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Data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live data — chart is a native, editable PowerPoint chart object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9441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3291840"/>
            <a:ext cx="9997135" cy="914"/>
          </a:xfrm>
          <a:prstGeom prst="line">
            <a:avLst/>
          </a:prstGeom>
          <a:noFill/>
          <a:ln w="19050">
            <a:solidFill>
              <a:srgbClr val="E2E5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3145536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999232"/>
            <a:ext cx="585216" cy="585216"/>
          </a:xfrm>
          <a:prstGeom prst="ellipse">
            <a:avLst/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1 note]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0260" y="3145536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Shape 8"/>
          <p:cNvSpPr/>
          <p:nvPr/>
        </p:nvSpPr>
        <p:spPr>
          <a:xfrm>
            <a:off x="3303956" y="2999232"/>
            <a:ext cx="585216" cy="585216"/>
          </a:xfrm>
          <a:prstGeom prst="ellipse">
            <a:avLst/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3956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10764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3604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2 note]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9544" y="3145536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3240" y="2999232"/>
            <a:ext cx="585216" cy="585216"/>
          </a:xfrm>
          <a:prstGeom prst="ellipse">
            <a:avLst/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3240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0048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7288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3 note]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48827" y="3145536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2523" y="2999232"/>
            <a:ext cx="585216" cy="585216"/>
          </a:xfrm>
          <a:prstGeom prst="ellipse">
            <a:avLst/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523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331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171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4 note]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48111" y="3145536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01807" y="2999232"/>
            <a:ext cx="585216" cy="585216"/>
          </a:xfrm>
          <a:prstGeom prst="ellipse">
            <a:avLst/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01807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08615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71455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5 note]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86752" y="155448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1384" y="1874520"/>
            <a:ext cx="585216" cy="58521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072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74656" y="155448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9288" y="1874520"/>
            <a:ext cx="585216" cy="58521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8976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6544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36544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2560" y="155448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7192" y="1874520"/>
            <a:ext cx="585216" cy="58521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6880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4448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0463" y="155448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5095" y="1874520"/>
            <a:ext cx="585216" cy="585216"/>
          </a:xfrm>
          <a:prstGeom prst="ellipse">
            <a:avLst/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4783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4F60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351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12351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[Insert a compelling client quote, key finding, or thesis statement here.]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[Name, Title, Organization]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[Closing tagline or one-line call to action]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[email@company.com]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[email@company.com]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43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 Library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grouped by industry — recolor, resize, or restyle natively in PowerPoint. Each icon is captioned with searchable keywords.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9029" y="2944482"/>
            <a:ext cx="145344" cy="29923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1691320" y="2752115"/>
            <a:ext cx="145344" cy="49160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" name="Shape 5"/>
          <p:cNvSpPr/>
          <p:nvPr/>
        </p:nvSpPr>
        <p:spPr>
          <a:xfrm>
            <a:off x="1913611" y="2559748"/>
            <a:ext cx="145344" cy="683971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4331284" y="2495626"/>
            <a:ext cx="641223" cy="769468"/>
          </a:xfrm>
          <a:prstGeom prst="pentago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4989" y="2709367"/>
            <a:ext cx="470230" cy="47023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379" y="2581123"/>
            <a:ext cx="470230" cy="47023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595" y="3200972"/>
            <a:ext cx="812216" cy="6839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0221" y="2474252"/>
            <a:ext cx="854964" cy="320612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5565" y="2816238"/>
            <a:ext cx="51298" cy="38473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02054" y="2816238"/>
            <a:ext cx="51298" cy="38473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58544" y="2816238"/>
            <a:ext cx="51298" cy="38473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1947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3836" y="2630912"/>
            <a:ext cx="530078" cy="498897"/>
          </a:xfrm>
          <a:prstGeom prst="hear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86736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4215" y="2630912"/>
            <a:ext cx="498897" cy="498897"/>
          </a:xfrm>
          <a:prstGeom prst="plus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2443429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34869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525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99005" y="2615321"/>
            <a:ext cx="249448" cy="436535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9005" y="3051856"/>
            <a:ext cx="498897" cy="914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8453" y="2615321"/>
            <a:ext cx="249448" cy="436535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8563" y="2565431"/>
            <a:ext cx="99779" cy="99779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9115" y="3001966"/>
            <a:ext cx="99779" cy="99779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8012" y="3001966"/>
            <a:ext cx="99779" cy="99779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4338218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9658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76314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7337" y="2584140"/>
            <a:ext cx="311810" cy="592440"/>
          </a:xfrm>
          <a:prstGeom prst="roundRect">
            <a:avLst>
              <a:gd name="adj" fmla="val 43988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7337" y="2880360"/>
            <a:ext cx="311810" cy="914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3008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24448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71103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0835" y="2571668"/>
            <a:ext cx="56126" cy="5612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8" name="Shape 26"/>
          <p:cNvSpPr/>
          <p:nvPr/>
        </p:nvSpPr>
        <p:spPr>
          <a:xfrm>
            <a:off x="8828898" y="2599731"/>
            <a:ext cx="218267" cy="140315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9102" y="2711982"/>
            <a:ext cx="56126" cy="5612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0" name="Shape 28"/>
          <p:cNvSpPr/>
          <p:nvPr/>
        </p:nvSpPr>
        <p:spPr>
          <a:xfrm flipV="1">
            <a:off x="8828898" y="2740045"/>
            <a:ext cx="218267" cy="140315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00835" y="2852297"/>
            <a:ext cx="56126" cy="5612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828898" y="2880360"/>
            <a:ext cx="218267" cy="140315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19102" y="2992612"/>
            <a:ext cx="56126" cy="5612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4" name="Shape 32"/>
          <p:cNvSpPr/>
          <p:nvPr/>
        </p:nvSpPr>
        <p:spPr>
          <a:xfrm flipV="1">
            <a:off x="8828898" y="3020675"/>
            <a:ext cx="218267" cy="140315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0835" y="3132926"/>
            <a:ext cx="56126" cy="5612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6" name="Text 34"/>
          <p:cNvSpPr/>
          <p:nvPr/>
        </p:nvSpPr>
        <p:spPr>
          <a:xfrm>
            <a:off x="8127797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19237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65893" y="2313432"/>
            <a:ext cx="1133856" cy="1133856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0661325" y="2849179"/>
            <a:ext cx="342991" cy="311810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76695" y="2584140"/>
            <a:ext cx="112252" cy="109134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22586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114026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9258" y="2495626"/>
            <a:ext cx="769468" cy="769468"/>
          </a:xfrm>
          <a:prstGeom prst="gear9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7162" y="2794864"/>
            <a:ext cx="769468" cy="384734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5788" y="2474252"/>
            <a:ext cx="812216" cy="320612"/>
          </a:xfrm>
          <a:prstGeom prst="triangl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4263" y="2388756"/>
            <a:ext cx="76947" cy="23511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066" y="2752115"/>
            <a:ext cx="641223" cy="299237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6289" y="2858986"/>
            <a:ext cx="213741" cy="192367"/>
          </a:xfrm>
          <a:prstGeom prst="rec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2012" y="3021429"/>
            <a:ext cx="188092" cy="1880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95372" y="3021429"/>
            <a:ext cx="188092" cy="18809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64344" y="2517000"/>
            <a:ext cx="726719" cy="726719"/>
          </a:xfrm>
          <a:prstGeom prst="cub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Telecom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7884" y="2602497"/>
            <a:ext cx="812216" cy="555727"/>
          </a:xfrm>
          <a:prstGeom prst="cloud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0598" y="3064177"/>
            <a:ext cx="102596" cy="1025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Shape 8"/>
          <p:cNvSpPr/>
          <p:nvPr/>
        </p:nvSpPr>
        <p:spPr>
          <a:xfrm>
            <a:off x="4438155" y="2901734"/>
            <a:ext cx="427482" cy="427482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752115"/>
            <a:ext cx="726719" cy="726719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8917" y="2602497"/>
            <a:ext cx="1025957" cy="1025957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6440" y="2517000"/>
            <a:ext cx="726719" cy="726719"/>
          </a:xfrm>
          <a:prstGeom prst="roundRect">
            <a:avLst>
              <a:gd name="adj" fmla="val 10066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4684" y="2687993"/>
            <a:ext cx="470230" cy="4274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04684" y="2858986"/>
            <a:ext cx="470230" cy="4274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04684" y="3029979"/>
            <a:ext cx="470230" cy="4274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71214" y="2474252"/>
            <a:ext cx="512978" cy="512978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99459" y="2965856"/>
            <a:ext cx="256489" cy="149619"/>
          </a:xfrm>
          <a:prstGeom prst="rect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0632" y="2517000"/>
            <a:ext cx="726719" cy="726719"/>
          </a:xfrm>
          <a:prstGeom prst="su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781" y="2474252"/>
            <a:ext cx="470230" cy="812216"/>
          </a:xfrm>
          <a:prstGeom prst="lightningBolt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7219188" y="2517000"/>
            <a:ext cx="470230" cy="641223"/>
          </a:xfrm>
          <a:prstGeom prst="teardrop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3500000">
            <a:off x="7390181" y="2602497"/>
            <a:ext cx="470230" cy="641223"/>
          </a:xfrm>
          <a:prstGeom prst="teardrop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7092" y="2666619"/>
            <a:ext cx="641223" cy="427482"/>
          </a:xfrm>
          <a:prstGeom prst="roundRect">
            <a:avLst>
              <a:gd name="adj" fmla="val 25668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8315" y="2803413"/>
            <a:ext cx="51298" cy="153894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9258" y="2495626"/>
            <a:ext cx="769468" cy="769468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0251" y="2666619"/>
            <a:ext cx="427482" cy="427482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4144" y="2820513"/>
            <a:ext cx="119695" cy="119695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730741"/>
            <a:ext cx="726719" cy="448856"/>
          </a:xfrm>
          <a:prstGeom prst="roundRect">
            <a:avLst>
              <a:gd name="adj" fmla="val 20372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903" y="2474252"/>
            <a:ext cx="341986" cy="341986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6440" y="2517000"/>
            <a:ext cx="726719" cy="726719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42970" y="2632420"/>
            <a:ext cx="495879" cy="495879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16558" y="2632420"/>
            <a:ext cx="495879" cy="495879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4755" y="2559749"/>
            <a:ext cx="598475" cy="32061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182" y="2504176"/>
            <a:ext cx="111145" cy="111145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Shape 5"/>
          <p:cNvSpPr/>
          <p:nvPr/>
        </p:nvSpPr>
        <p:spPr>
          <a:xfrm>
            <a:off x="1464755" y="2880360"/>
            <a:ext cx="598475" cy="91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9182" y="2824787"/>
            <a:ext cx="111145" cy="111145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464755" y="2880360"/>
            <a:ext cx="598475" cy="32061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9182" y="3145399"/>
            <a:ext cx="111145" cy="111145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86283" y="2803413"/>
            <a:ext cx="153894" cy="15389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2517000"/>
            <a:ext cx="726719" cy="726719"/>
          </a:xfrm>
          <a:prstGeom prst="gear6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066" y="2559749"/>
            <a:ext cx="769468" cy="555727"/>
          </a:xfrm>
          <a:prstGeom prst="wedgeRoundRectCallout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21595" y="2666619"/>
            <a:ext cx="812216" cy="427482"/>
          </a:xfrm>
          <a:prstGeom prst="ellipse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3657" y="2786314"/>
            <a:ext cx="188092" cy="18809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907" y="3008605"/>
            <a:ext cx="128245" cy="235115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6" name="Shape 4"/>
          <p:cNvSpPr/>
          <p:nvPr/>
        </p:nvSpPr>
        <p:spPr>
          <a:xfrm>
            <a:off x="1601549" y="2837612"/>
            <a:ext cx="128245" cy="4061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7" name="Shape 5"/>
          <p:cNvSpPr/>
          <p:nvPr/>
        </p:nvSpPr>
        <p:spPr>
          <a:xfrm>
            <a:off x="1798190" y="2944482"/>
            <a:ext cx="128245" cy="29923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" name="Shape 6"/>
          <p:cNvSpPr/>
          <p:nvPr/>
        </p:nvSpPr>
        <p:spPr>
          <a:xfrm>
            <a:off x="1994832" y="2687993"/>
            <a:ext cx="128245" cy="555727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469029" y="2794864"/>
            <a:ext cx="196642" cy="170993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5671" y="2794864"/>
            <a:ext cx="196642" cy="10687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62313" y="2645245"/>
            <a:ext cx="196642" cy="256489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658" y="2495626"/>
            <a:ext cx="598475" cy="769468"/>
          </a:xfrm>
          <a:prstGeom prst="ca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3692" y="2559749"/>
            <a:ext cx="812216" cy="641223"/>
          </a:xfrm>
          <a:prstGeom prst="roundRect">
            <a:avLst>
              <a:gd name="adj" fmla="val 11408"/>
            </a:avLst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3310" y="2730741"/>
            <a:ext cx="341986" cy="341986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C89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64344" y="2576848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4344" y="2811963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4344" y="3047078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00632" y="2517000"/>
            <a:ext cx="363360" cy="57710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632" y="3094101"/>
            <a:ext cx="726719" cy="914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3992" y="2517000"/>
            <a:ext cx="363360" cy="577101"/>
          </a:xfrm>
          <a:prstGeom prst="line">
            <a:avLst/>
          </a:prstGeom>
          <a:noFill/>
          <a:ln w="15875">
            <a:solidFill>
              <a:srgbClr val="C89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7045" y="2440054"/>
            <a:ext cx="153894" cy="15389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3685" y="3017154"/>
            <a:ext cx="153894" cy="15389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0405" y="3017154"/>
            <a:ext cx="153894" cy="153894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2517000"/>
            <a:ext cx="726719" cy="726719"/>
          </a:xfrm>
          <a:prstGeom prst="circularArrow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5066" y="2645245"/>
            <a:ext cx="769468" cy="470230"/>
          </a:xfrm>
          <a:prstGeom prst="cloud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1402" y="2816238"/>
            <a:ext cx="136794" cy="277863"/>
          </a:xfrm>
          <a:prstGeom prst="upArrow">
            <a:avLst/>
          </a:prstGeom>
          <a:solidFill>
            <a:srgbClr val="C8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Migration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C89B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2970" y="2517000"/>
            <a:ext cx="769468" cy="726719"/>
          </a:xfrm>
          <a:prstGeom prst="hexagon">
            <a:avLst/>
          </a:prstGeom>
          <a:ln w="22225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Template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Deck Template — Light</dc:title>
  <dc:subject>PptxGenJS Presentation</dc:subject>
  <dc:creator>Business Development</dc:creator>
  <cp:lastModifiedBy>Business Development</cp:lastModifiedBy>
  <cp:revision>1</cp:revision>
  <dcterms:created xsi:type="dcterms:W3CDTF">2026-07-27T14:45:39Z</dcterms:created>
  <dcterms:modified xsi:type="dcterms:W3CDTF">2026-07-27T14:45:39Z</dcterms:modified>
</cp:coreProperties>
</file>